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Lighthouse name, tagline, and pastoral heart. Tagline: A soul kept is a soul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stewardship and care, not surveillance.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10K souls is a faith vision for scale—same care at every size. If asked about tracking, use Hebrews 13:17 in conversation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15-20 minute comprehensive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real ministry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crisp; repeat tagline once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everyday ease of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orientation before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UI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control, privacy, stewardship.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Least-privilege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-&gt; backend -&gt; database, all on church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non-technical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Forward-looking without overpromising.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B2A41"/>
                </a:solidFill>
              </a:defRPr>
            </a:pPr>
            <a:r>
              <a:t>The Lighthouse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C2C2C"/>
                </a:solidFill>
              </a:defRPr>
            </a:pPr>
            <a:r>
              <a:t>LAMP Church Care System</a:t>
            </a:r>
          </a:p>
          <a:p>
            <a:pPr>
              <a:defRPr sz="1800" b="1">
                <a:solidFill>
                  <a:srgbClr val="C9A227"/>
                </a:solidFill>
              </a:defRPr>
            </a:pPr>
            <a:r>
              <a:t>A soul kept is a soul won.</a:t>
            </a:r>
          </a:p>
          <a:p>
            <a:pPr>
              <a:defRPr sz="1800">
                <a:solidFill>
                  <a:srgbClr val="5C6670"/>
                </a:solidFill>
              </a:defRPr>
            </a:pPr>
            <a:r>
              <a:t>Caring for every soul God has placed in our care.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Key 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B2A41"/>
                </a:solidFill>
              </a:defRPr>
            </a:pPr>
            <a:r>
              <a:t>"Be thou diligent to know the state of thy flocks, and look well to thy herds."</a:t>
            </a:r>
          </a:p>
          <a:p>
            <a:pPr algn="ctr">
              <a:defRPr sz="1800">
                <a:solidFill>
                  <a:srgbClr val="C9A227"/>
                </a:solidFill>
              </a:defRPr>
            </a:pPr>
            <a:r>
              <a:t>Proverbs 27:23 (KJV)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Long-Term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1"/>
                </a:solidFill>
              </a:defRPr>
            </a:pPr>
            <a:r>
              <a:t>As God adds to the church, The Lighthouse helps us keep what He wins.</a:t>
            </a:r>
          </a:p>
          <a:p>
            <a:pPr algn="ctr">
              <a:defRPr sz="800" b="0">
                <a:solidFill>
                  <a:srgbClr val="2C2C2C"/>
                </a:solidFill>
              </a:defRPr>
            </a:pPr>
          </a:p>
          <a:p>
            <a:pPr algn="ctr">
              <a:defRPr sz="2200" b="0">
                <a:solidFill>
                  <a:srgbClr val="2C2C2C"/>
                </a:solidFill>
              </a:defRPr>
            </a:pPr>
            <a:r>
              <a:t>Vision: reach and faithfully care for 10,000 souls.</a:t>
            </a:r>
          </a:p>
          <a:p>
            <a:pPr algn="ctr">
              <a:defRPr sz="1800" b="0">
                <a:solidFill>
                  <a:srgbClr val="5C6670"/>
                </a:solidFill>
              </a:defRPr>
            </a:pPr>
            <a:r>
              <a:t>Built to grow with the church—so no one is lost in the crowd.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Why this matters (church care challenges)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The Lighthouse overview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Usability and daily workflow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Security and on-premises control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Architecture and operations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Roadmap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The 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Visitors fall through the cracks after first contact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Member data is scattered across spreadsheets or memory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Leaders lack visibility into care, follow-up, and engagement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Ministry coordination becomes reactive instead of proactive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The Lighthouse 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A ministry care system that helps shepherd every person from first visit to faithful service.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Tagline: A soul kept is a soul won.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Designed for pastors, deacons, and coordinators to work together with clarity.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Usability Focus: The People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Simple intake for visitors and new members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Clear status tracking from visitor to member to servant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Quick search and filters to find people fast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Role-based navigation so each leader sees what they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Core Modules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People and Families management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Clusters and attendance tracking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Events and lessons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Ministries and evangelism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Finance hub (admin/pastor access)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Usability Highlights (Screenshots)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7F4E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C6670"/>
                </a:solidFill>
              </a:defRPr>
            </a:pPr>
            <a:r>
              <a:t>Placeholder: People dashboard, search, and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Security You Control (On-Premises)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Runs on your own server - no third-party cloud required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JWT authentication with short-lived access tokens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Role-based access control for pastors, coordinators, members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Branch-based data filtering for multi-branch churches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Access Control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ADMIN/PASTOR: full access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COORDINATOR: module-specific access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MEMBER: read-only for their own data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VISITOR: cannot log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680960" cy="4389120"/>
          </a:xfrm>
          <a:prstGeom prst="roundRect">
            <a:avLst/>
          </a:prstGeom>
          <a:solidFill>
            <a:srgbClr val="F7F4E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On-Premises Church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</a:t>
            </a:r>
          </a:p>
          <a:p>
            <a:r>
              <a:t>Next.js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</a:t>
            </a:r>
          </a:p>
          <a:p>
            <a:r>
              <a:t>Django + DRF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  <a:p>
            <a:r>
              <a:t>SQLite (dev)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84048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  <a:p>
            <a:r>
              <a:t>(Pastor, Deacons, Coordinators)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7432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31720" y="329184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Operations and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Local server setup with Docker-supported database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Admin user creation and role assignment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Daily use through a web browser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Backups managed by church IT or designated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Roadmap: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Email-based password reset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Optional token blacklisting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Two-factor authentication for sensitive roles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Session management and audit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Demo or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7F4E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C6670"/>
                </a:solidFill>
              </a:defRPr>
            </a:pPr>
            <a:r>
              <a:t>Placeholder: Live demo or recorded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Confirm priorities with pastors and coordinators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Finalize branding and ministry workflows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Load initial data and train leaders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Set timeline for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Questions and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